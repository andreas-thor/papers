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5" r:id="rId8"/>
    <p:sldId id="264" r:id="rId9"/>
    <p:sldId id="266" r:id="rId10"/>
    <p:sldId id="267" r:id="rId11"/>
    <p:sldId id="262" r:id="rId12"/>
  </p:sldIdLst>
  <p:sldSz cx="9144000" cy="6858000" type="screen4x3"/>
  <p:notesSz cx="6724650" cy="97742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308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01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817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8640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39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84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610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051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56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741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750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91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88E21-86A5-4055-B44F-6A6C5ABDB7FA}" type="datetimeFigureOut">
              <a:rPr lang="de-DE" smtClean="0"/>
              <a:t>19.08.2014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72043-CD60-477B-BB68-CDE5E8A819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45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aufmann\Dropbox\Arbeit\BBB\Lasttests\10.06.2014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9847"/>
            <a:ext cx="8640960" cy="652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61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827584" y="548680"/>
            <a:ext cx="69127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Freeswitch</a:t>
            </a:r>
            <a:r>
              <a:rPr lang="de-DE" dirty="0" smtClean="0"/>
              <a:t> in BBB integriert</a:t>
            </a:r>
          </a:p>
          <a:p>
            <a:r>
              <a:rPr lang="de-DE" dirty="0" smtClean="0"/>
              <a:t>120 Clients</a:t>
            </a:r>
          </a:p>
          <a:p>
            <a:r>
              <a:rPr lang="de-DE" dirty="0" smtClean="0"/>
              <a:t>stabile Audioqualität</a:t>
            </a:r>
          </a:p>
          <a:p>
            <a:r>
              <a:rPr lang="de-DE" dirty="0" smtClean="0"/>
              <a:t>Kern 0: 80% Auslastung</a:t>
            </a:r>
          </a:p>
          <a:p>
            <a:r>
              <a:rPr lang="de-DE" dirty="0" smtClean="0"/>
              <a:t>Lastspitzen: keine genaue Zuordnung</a:t>
            </a:r>
          </a:p>
          <a:p>
            <a:endParaRPr lang="de-DE" dirty="0" smtClean="0"/>
          </a:p>
          <a:p>
            <a:r>
              <a:rPr lang="de-DE" dirty="0" smtClean="0"/>
              <a:t>Szenario:</a:t>
            </a:r>
          </a:p>
          <a:p>
            <a:r>
              <a:rPr lang="de-DE" dirty="0" smtClean="0"/>
              <a:t>1.  alle Nutzer in die Sitzung</a:t>
            </a:r>
          </a:p>
          <a:p>
            <a:r>
              <a:rPr lang="de-DE" dirty="0" smtClean="0"/>
              <a:t>2.  möglichst alle in die Audiobrücke</a:t>
            </a:r>
          </a:p>
          <a:p>
            <a:r>
              <a:rPr lang="de-DE" dirty="0" smtClean="0"/>
              <a:t>3.  Clients aus der Audiobrücke nehmen, bis annehmbare Audioqualität erreicht ist</a:t>
            </a:r>
          </a:p>
          <a:p>
            <a:r>
              <a:rPr lang="de-DE" dirty="0" smtClean="0"/>
              <a:t>4.  mute/</a:t>
            </a:r>
            <a:r>
              <a:rPr lang="de-DE" dirty="0" err="1" smtClean="0"/>
              <a:t>unmute</a:t>
            </a:r>
            <a:r>
              <a:rPr lang="de-DE" dirty="0" smtClean="0"/>
              <a:t> von allen Clients</a:t>
            </a:r>
          </a:p>
          <a:p>
            <a:r>
              <a:rPr lang="de-DE" dirty="0" smtClean="0"/>
              <a:t>5.  Hochladen von Präsentation</a:t>
            </a:r>
          </a:p>
          <a:p>
            <a:r>
              <a:rPr lang="de-DE" dirty="0" smtClean="0"/>
              <a:t>6.  Wechsel Zwischen Folien</a:t>
            </a:r>
          </a:p>
          <a:p>
            <a:r>
              <a:rPr lang="de-DE" dirty="0" smtClean="0"/>
              <a:t>7.  Wechsel zwischen Präsentationen</a:t>
            </a:r>
          </a:p>
          <a:p>
            <a:r>
              <a:rPr lang="de-DE" dirty="0" smtClean="0"/>
              <a:t>8.  Zeichnen auf Whiteboard</a:t>
            </a:r>
          </a:p>
          <a:p>
            <a:r>
              <a:rPr lang="de-DE" dirty="0" smtClean="0"/>
              <a:t>9.  2 Webcams</a:t>
            </a:r>
          </a:p>
          <a:p>
            <a:r>
              <a:rPr lang="de-DE" dirty="0" smtClean="0"/>
              <a:t>10. </a:t>
            </a:r>
            <a:r>
              <a:rPr lang="de-DE" dirty="0" err="1" smtClean="0"/>
              <a:t>DesktopSharing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641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aufmann\Dropbox\Arbeit\BBB\Lasttests\10.06.2014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332656"/>
            <a:ext cx="9159766" cy="611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601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395536" y="620688"/>
            <a:ext cx="78488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Freeswitch</a:t>
            </a:r>
            <a:r>
              <a:rPr lang="de-DE" dirty="0" smtClean="0"/>
              <a:t> in BBB integriert</a:t>
            </a:r>
          </a:p>
          <a:p>
            <a:r>
              <a:rPr lang="de-DE" dirty="0" smtClean="0"/>
              <a:t>Vorerst 2 Computerpools:</a:t>
            </a:r>
          </a:p>
          <a:p>
            <a:r>
              <a:rPr lang="de-DE" dirty="0" smtClean="0"/>
              <a:t>Audiospur mit 10 Sekunden Verzögerung</a:t>
            </a:r>
          </a:p>
          <a:p>
            <a:r>
              <a:rPr lang="de-DE" dirty="0" smtClean="0"/>
              <a:t>Kern 0: 95% Auslastung</a:t>
            </a:r>
          </a:p>
          <a:p>
            <a:r>
              <a:rPr lang="de-DE" dirty="0" smtClean="0"/>
              <a:t>Bei 150 Clients:</a:t>
            </a:r>
          </a:p>
          <a:p>
            <a:r>
              <a:rPr lang="de-DE" dirty="0" smtClean="0"/>
              <a:t>Stabile Audioqualität</a:t>
            </a:r>
          </a:p>
          <a:p>
            <a:r>
              <a:rPr lang="de-DE" dirty="0" smtClean="0"/>
              <a:t>Kern 0: 85% Auslastung</a:t>
            </a:r>
          </a:p>
          <a:p>
            <a:endParaRPr lang="de-DE" dirty="0"/>
          </a:p>
          <a:p>
            <a:r>
              <a:rPr lang="de-DE" dirty="0" smtClean="0"/>
              <a:t>Keine genaue Zuordnung der Lastspitzen möglich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595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aufmann\Dropbox\Arbeit\BBB\Lasttests\11.06.20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548680"/>
            <a:ext cx="8803997" cy="583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31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827584" y="1672605"/>
            <a:ext cx="71287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BBB auf </a:t>
            </a:r>
            <a:r>
              <a:rPr lang="de-DE" dirty="0" smtClean="0"/>
              <a:t>reeller </a:t>
            </a:r>
            <a:r>
              <a:rPr lang="de-DE" dirty="0" smtClean="0"/>
              <a:t>Maschine (</a:t>
            </a:r>
            <a:r>
              <a:rPr lang="de-DE" dirty="0" err="1" smtClean="0"/>
              <a:t>hulk</a:t>
            </a:r>
            <a:r>
              <a:rPr lang="de-DE" dirty="0" smtClean="0"/>
              <a:t>)</a:t>
            </a:r>
          </a:p>
          <a:p>
            <a:r>
              <a:rPr lang="de-DE" dirty="0" smtClean="0"/>
              <a:t>301 verbundene Clients</a:t>
            </a:r>
          </a:p>
          <a:p>
            <a:r>
              <a:rPr lang="de-DE" dirty="0" smtClean="0"/>
              <a:t>Stabile Audioqualität</a:t>
            </a:r>
          </a:p>
          <a:p>
            <a:r>
              <a:rPr lang="de-DE" dirty="0" smtClean="0"/>
              <a:t>Bei hohem Rechenaufwand (Hochladen von Präsentationen, Präsentationswechsel auf große Objekte, Zuschalten von Webcams oder </a:t>
            </a:r>
            <a:r>
              <a:rPr lang="de-DE" dirty="0" err="1" smtClean="0"/>
              <a:t>Desktopsharing</a:t>
            </a:r>
            <a:r>
              <a:rPr lang="de-DE" dirty="0" smtClean="0"/>
              <a:t>) 2 verschiedene Audiounterbrechungen: kurzes (&lt;0,5 s) Wegbleiben des Signals, Dehnung und Aufholen des Audiosignals, </a:t>
            </a:r>
            <a:r>
              <a:rPr lang="de-DE" dirty="0" err="1" smtClean="0"/>
              <a:t>Unterbrecungen</a:t>
            </a:r>
            <a:r>
              <a:rPr lang="de-DE" dirty="0" smtClean="0"/>
              <a:t> nicht reproduzierbar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3755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kaufmann\Dropbox\Arbeit\BBB\Lasttests\20.05.2014_2_bra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863476" y="1231628"/>
            <a:ext cx="6524626" cy="443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kaufmann\Dropbox\Arbeit\BBB\Lasttests\20.05.2014_2_pink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458876" y="1130323"/>
            <a:ext cx="6728991" cy="464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/>
          <p:cNvSpPr txBox="1"/>
          <p:nvPr/>
        </p:nvSpPr>
        <p:spPr>
          <a:xfrm rot="16200000">
            <a:off x="5531405" y="3353696"/>
            <a:ext cx="190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>
                <a:solidFill>
                  <a:srgbClr val="FFFF00"/>
                </a:solidFill>
              </a:rPr>
              <a:t>freeswitch</a:t>
            </a:r>
            <a:endParaRPr lang="de-D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333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539552" y="620688"/>
            <a:ext cx="79928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User in Audiobrücke im Wechsel mit geschlossenen und offenen Mikrofonen </a:t>
            </a:r>
            <a:r>
              <a:rPr lang="de-DE" dirty="0" smtClean="0">
                <a:sym typeface="Wingdings" panose="05000000000000000000" pitchFamily="2" charset="2"/>
              </a:rPr>
              <a:t> Austritt aus der Audiobrücke bei einigen Nutzern</a:t>
            </a:r>
          </a:p>
          <a:p>
            <a:r>
              <a:rPr lang="de-DE" dirty="0" smtClean="0">
                <a:sym typeface="Wingdings" panose="05000000000000000000" pitchFamily="2" charset="2"/>
              </a:rPr>
              <a:t>Nutzer, die nicht in der Audiobrücke waren wurden aus der Sitzung genommen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 smtClean="0">
                <a:sym typeface="Wingdings" panose="05000000000000000000" pitchFamily="2" charset="2"/>
              </a:rPr>
              <a:t>Lastspitzen (BBB) bei 14:26 und 14:29 durch Hochladen von Präsentationen</a:t>
            </a:r>
          </a:p>
          <a:p>
            <a:r>
              <a:rPr lang="de-DE" dirty="0" smtClean="0">
                <a:sym typeface="Wingdings" panose="05000000000000000000" pitchFamily="2" charset="2"/>
              </a:rPr>
              <a:t>Keine Lastspitzen durch </a:t>
            </a:r>
            <a:r>
              <a:rPr lang="de-DE" dirty="0" err="1" smtClean="0">
                <a:sym typeface="Wingdings" panose="05000000000000000000" pitchFamily="2" charset="2"/>
              </a:rPr>
              <a:t>AppShare</a:t>
            </a:r>
            <a:r>
              <a:rPr lang="de-DE" dirty="0" smtClean="0">
                <a:sym typeface="Wingdings" panose="05000000000000000000" pitchFamily="2" charset="2"/>
              </a:rPr>
              <a:t> und Video zu erkennen</a:t>
            </a:r>
          </a:p>
          <a:p>
            <a:r>
              <a:rPr lang="de-DE" dirty="0" smtClean="0">
                <a:sym typeface="Wingdings" panose="05000000000000000000" pitchFamily="2" charset="2"/>
              </a:rPr>
              <a:t>ABER: Kern 0: 100% Auslastung bei </a:t>
            </a:r>
            <a:r>
              <a:rPr lang="de-DE" dirty="0" err="1" smtClean="0">
                <a:sym typeface="Wingdings" panose="05000000000000000000" pitchFamily="2" charset="2"/>
              </a:rPr>
              <a:t>AppShare</a:t>
            </a:r>
            <a:r>
              <a:rPr lang="de-DE" dirty="0" smtClean="0">
                <a:sym typeface="Wingdings" panose="05000000000000000000" pitchFamily="2" charset="2"/>
              </a:rPr>
              <a:t> und Präsentationsupload</a:t>
            </a:r>
          </a:p>
        </p:txBody>
      </p:sp>
    </p:spTree>
    <p:extLst>
      <p:ext uri="{BB962C8B-B14F-4D97-AF65-F5344CB8AC3E}">
        <p14:creationId xmlns:p14="http://schemas.microsoft.com/office/powerpoint/2010/main" val="2219318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kaufmann\Dropbox\Arbeit\BBB\Lasttests\11.06.2014_1_htop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6"/>
          <a:stretch/>
        </p:blipFill>
        <p:spPr bwMode="auto">
          <a:xfrm>
            <a:off x="107504" y="188640"/>
            <a:ext cx="8953428" cy="604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323528" y="6309320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h</a:t>
            </a:r>
            <a:r>
              <a:rPr lang="de-DE" dirty="0" err="1" smtClean="0"/>
              <a:t>top</a:t>
            </a:r>
            <a:r>
              <a:rPr lang="de-DE" dirty="0" smtClean="0"/>
              <a:t> reelle Maschine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7426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608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C:\Users\kaufmann\Dropbox\Arbeit\BBB\Lasttests\20.05.2014_1_pink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557588" y="1202680"/>
            <a:ext cx="6619875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kaufmann\Dropbox\Arbeit\BBB\Lasttests\20.05.2014_1_brai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767655" y="1271414"/>
            <a:ext cx="657225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 rot="16200000">
            <a:off x="5531405" y="3353696"/>
            <a:ext cx="190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>
                <a:solidFill>
                  <a:srgbClr val="FFFF00"/>
                </a:solidFill>
              </a:rPr>
              <a:t>freeswitch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4932040" y="522920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in Audiobrücke, geschlossene Mikros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1894647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Bildschirmpräsentation (4:3)</PresentationFormat>
  <Paragraphs>40</Paragraphs>
  <Slides>11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2" baseType="lpstr"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Kaufmann, Luise</dc:creator>
  <cp:lastModifiedBy>Kaufmann, Luise</cp:lastModifiedBy>
  <cp:revision>5</cp:revision>
  <cp:lastPrinted>2014-08-19T07:39:25Z</cp:lastPrinted>
  <dcterms:created xsi:type="dcterms:W3CDTF">2014-08-19T06:58:41Z</dcterms:created>
  <dcterms:modified xsi:type="dcterms:W3CDTF">2014-08-19T07:42:08Z</dcterms:modified>
</cp:coreProperties>
</file>