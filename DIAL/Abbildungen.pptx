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16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E2805-714F-4638-8882-458B610E7496}" type="datetimeFigureOut">
              <a:rPr lang="de-DE" smtClean="0"/>
              <a:t>08.06.2017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418C6-6D13-40F6-A384-0CB4186707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672500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E2805-714F-4638-8882-458B610E7496}" type="datetimeFigureOut">
              <a:rPr lang="de-DE" smtClean="0"/>
              <a:t>08.06.2017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418C6-6D13-40F6-A384-0CB4186707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03721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E2805-714F-4638-8882-458B610E7496}" type="datetimeFigureOut">
              <a:rPr lang="de-DE" smtClean="0"/>
              <a:t>08.06.2017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418C6-6D13-40F6-A384-0CB4186707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722497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E2805-714F-4638-8882-458B610E7496}" type="datetimeFigureOut">
              <a:rPr lang="de-DE" smtClean="0"/>
              <a:t>08.06.2017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418C6-6D13-40F6-A384-0CB4186707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25139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E2805-714F-4638-8882-458B610E7496}" type="datetimeFigureOut">
              <a:rPr lang="de-DE" smtClean="0"/>
              <a:t>08.06.2017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418C6-6D13-40F6-A384-0CB4186707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1281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E2805-714F-4638-8882-458B610E7496}" type="datetimeFigureOut">
              <a:rPr lang="de-DE" smtClean="0"/>
              <a:t>08.06.2017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418C6-6D13-40F6-A384-0CB4186707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91562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E2805-714F-4638-8882-458B610E7496}" type="datetimeFigureOut">
              <a:rPr lang="de-DE" smtClean="0"/>
              <a:t>08.06.2017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418C6-6D13-40F6-A384-0CB4186707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9744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E2805-714F-4638-8882-458B610E7496}" type="datetimeFigureOut">
              <a:rPr lang="de-DE" smtClean="0"/>
              <a:t>08.06.2017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418C6-6D13-40F6-A384-0CB4186707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62897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E2805-714F-4638-8882-458B610E7496}" type="datetimeFigureOut">
              <a:rPr lang="de-DE" smtClean="0"/>
              <a:t>08.06.2017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418C6-6D13-40F6-A384-0CB4186707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7187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E2805-714F-4638-8882-458B610E7496}" type="datetimeFigureOut">
              <a:rPr lang="de-DE" smtClean="0"/>
              <a:t>08.06.2017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418C6-6D13-40F6-A384-0CB4186707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8449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E2805-714F-4638-8882-458B610E7496}" type="datetimeFigureOut">
              <a:rPr lang="de-DE" smtClean="0"/>
              <a:t>08.06.2017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418C6-6D13-40F6-A384-0CB4186707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52834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CE2805-714F-4638-8882-458B610E7496}" type="datetimeFigureOut">
              <a:rPr lang="de-DE" smtClean="0"/>
              <a:t>08.06.2017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5418C6-6D13-40F6-A384-0CB41867076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601250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888" y="1771418"/>
            <a:ext cx="8764223" cy="3315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7079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8757" y="1395128"/>
            <a:ext cx="7954485" cy="4067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271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388" y="1585655"/>
            <a:ext cx="8583223" cy="3686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809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thor@informatik.uni-leipzig.de</dc:creator>
  <cp:lastModifiedBy>thor@informatik.uni-leipzig.de</cp:lastModifiedBy>
  <cp:revision>1</cp:revision>
  <dcterms:created xsi:type="dcterms:W3CDTF">2017-06-08T07:47:49Z</dcterms:created>
  <dcterms:modified xsi:type="dcterms:W3CDTF">2017-06-08T07:50:58Z</dcterms:modified>
</cp:coreProperties>
</file>