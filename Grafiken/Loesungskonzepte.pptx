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990099"/>
    <a:srgbClr val="FFFF00"/>
    <a:srgbClr val="66CCFF"/>
    <a:srgbClr val="99FF99"/>
    <a:srgbClr val="FF7C80"/>
    <a:srgbClr val="FF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26.02.2017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3419872" y="1730528"/>
            <a:ext cx="1440160" cy="1537267"/>
            <a:chOff x="6660232" y="2174999"/>
            <a:chExt cx="1440160" cy="1537267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52320" y="2174999"/>
              <a:ext cx="648072" cy="6357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uppieren 14"/>
          <p:cNvGrpSpPr/>
          <p:nvPr/>
        </p:nvGrpSpPr>
        <p:grpSpPr>
          <a:xfrm>
            <a:off x="179512" y="188640"/>
            <a:ext cx="7481701" cy="1368152"/>
            <a:chOff x="827584" y="951008"/>
            <a:chExt cx="7481701" cy="1368152"/>
          </a:xfrm>
        </p:grpSpPr>
        <p:grpSp>
          <p:nvGrpSpPr>
            <p:cNvPr id="14" name="Gruppieren 13"/>
            <p:cNvGrpSpPr/>
            <p:nvPr/>
          </p:nvGrpSpPr>
          <p:grpSpPr>
            <a:xfrm>
              <a:off x="5580112" y="951008"/>
              <a:ext cx="2729173" cy="1368152"/>
              <a:chOff x="899592" y="944724"/>
              <a:chExt cx="2729173" cy="1368152"/>
            </a:xfrm>
          </p:grpSpPr>
          <p:sp>
            <p:nvSpPr>
              <p:cNvPr id="9" name="Rechteck 8"/>
              <p:cNvSpPr/>
              <p:nvPr/>
            </p:nvSpPr>
            <p:spPr>
              <a:xfrm>
                <a:off x="899592" y="944724"/>
                <a:ext cx="2729173" cy="136815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5" name="Grafik 4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1024597"/>
                <a:ext cx="1219200" cy="1219200"/>
              </a:xfrm>
              <a:prstGeom prst="rect">
                <a:avLst/>
              </a:prstGeom>
            </p:spPr>
          </p:pic>
          <p:sp>
            <p:nvSpPr>
              <p:cNvPr id="10" name="Plus 9"/>
              <p:cNvSpPr/>
              <p:nvPr/>
            </p:nvSpPr>
            <p:spPr>
              <a:xfrm>
                <a:off x="2195736" y="1340768"/>
                <a:ext cx="509628" cy="505457"/>
              </a:xfrm>
              <a:prstGeom prst="mathPlus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4" name="Grafik 3"/>
              <p:cNvPicPr>
                <a:picLocks noChangeAspect="1"/>
              </p:cNvPicPr>
              <p:nvPr/>
            </p:nvPicPr>
            <p:blipFill>
              <a:blip r:embed="rId5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61132" y="1144983"/>
                <a:ext cx="967633" cy="967633"/>
              </a:xfrm>
              <a:prstGeom prst="rect">
                <a:avLst/>
              </a:prstGeom>
            </p:spPr>
          </p:pic>
        </p:grpSp>
        <p:grpSp>
          <p:nvGrpSpPr>
            <p:cNvPr id="11" name="Gruppieren 10"/>
            <p:cNvGrpSpPr/>
            <p:nvPr/>
          </p:nvGrpSpPr>
          <p:grpSpPr>
            <a:xfrm>
              <a:off x="3995936" y="951008"/>
              <a:ext cx="1368152" cy="1368152"/>
              <a:chOff x="899592" y="2780928"/>
              <a:chExt cx="1368152" cy="1368152"/>
            </a:xfrm>
          </p:grpSpPr>
          <p:sp>
            <p:nvSpPr>
              <p:cNvPr id="16" name="Rechteck 15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99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3" name="Grafik 1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19" name="Gruppieren 18"/>
            <p:cNvGrpSpPr/>
            <p:nvPr/>
          </p:nvGrpSpPr>
          <p:grpSpPr>
            <a:xfrm>
              <a:off x="2411760" y="951008"/>
              <a:ext cx="1368152" cy="1368152"/>
              <a:chOff x="899592" y="2780928"/>
              <a:chExt cx="1368152" cy="1368152"/>
            </a:xfrm>
          </p:grpSpPr>
          <p:sp>
            <p:nvSpPr>
              <p:cNvPr id="21" name="Rechteck 20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7C8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0" name="Grafik 19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22" name="Gruppieren 21"/>
            <p:cNvGrpSpPr/>
            <p:nvPr/>
          </p:nvGrpSpPr>
          <p:grpSpPr>
            <a:xfrm>
              <a:off x="827584" y="951008"/>
              <a:ext cx="1368152" cy="1368152"/>
              <a:chOff x="899592" y="2780928"/>
              <a:chExt cx="1368152" cy="1368152"/>
            </a:xfrm>
          </p:grpSpPr>
          <p:sp>
            <p:nvSpPr>
              <p:cNvPr id="24" name="Rechteck 23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3" name="Grafik 2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</p:grpSp>
      <p:cxnSp>
        <p:nvCxnSpPr>
          <p:cNvPr id="18" name="Gerade Verbindung mit Pfeil 17"/>
          <p:cNvCxnSpPr>
            <a:stCxn id="5" idx="2"/>
            <a:endCxn id="7" idx="3"/>
          </p:cNvCxnSpPr>
          <p:nvPr/>
        </p:nvCxnSpPr>
        <p:spPr>
          <a:xfrm flipH="1">
            <a:off x="4639242" y="1487713"/>
            <a:ext cx="974406" cy="1170397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4" idx="2"/>
            <a:endCxn id="7" idx="3"/>
          </p:cNvCxnSpPr>
          <p:nvPr/>
        </p:nvCxnSpPr>
        <p:spPr>
          <a:xfrm flipH="1">
            <a:off x="4639242" y="1356532"/>
            <a:ext cx="2538155" cy="130157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2"/>
            <a:endCxn id="7" idx="0"/>
          </p:cNvCxnSpPr>
          <p:nvPr/>
        </p:nvCxnSpPr>
        <p:spPr>
          <a:xfrm flipH="1">
            <a:off x="4029557" y="1556792"/>
            <a:ext cx="2383" cy="491633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21" idx="2"/>
            <a:endCxn id="7" idx="1"/>
          </p:cNvCxnSpPr>
          <p:nvPr/>
        </p:nvCxnSpPr>
        <p:spPr>
          <a:xfrm>
            <a:off x="2447764" y="1556792"/>
            <a:ext cx="972108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/>
          <p:cNvCxnSpPr>
            <a:stCxn id="24" idx="2"/>
            <a:endCxn id="7" idx="1"/>
          </p:cNvCxnSpPr>
          <p:nvPr/>
        </p:nvCxnSpPr>
        <p:spPr>
          <a:xfrm>
            <a:off x="863588" y="1556792"/>
            <a:ext cx="2556284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uppieren 47"/>
          <p:cNvGrpSpPr/>
          <p:nvPr/>
        </p:nvGrpSpPr>
        <p:grpSpPr>
          <a:xfrm>
            <a:off x="629562" y="2162576"/>
            <a:ext cx="918102" cy="763700"/>
            <a:chOff x="1221878" y="3128690"/>
            <a:chExt cx="918102" cy="763700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1221878" y="3333281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1221878" y="3531999"/>
              <a:ext cx="918102" cy="161673"/>
            </a:xfrm>
            <a:prstGeom prst="rect">
              <a:avLst/>
            </a:prstGeom>
            <a:solidFill>
              <a:srgbClr val="99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Rechteck 52"/>
            <p:cNvSpPr/>
            <p:nvPr/>
          </p:nvSpPr>
          <p:spPr>
            <a:xfrm>
              <a:off x="1221878" y="3730717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4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245171" y="1412777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243072" y="2355261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0864" y="332657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837488" y="332657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3323192" y="332657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4835360" y="332657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6347528" y="332657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6651170" y="1052737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681371" y="2276873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366616" y="1196753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151288" y="2080594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9003" y="610269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822315" y="-123043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1565167" y="-865895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2321251" y="-1621979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077335" y="-2378063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7666441" y="1666305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1621204" y="2607289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3264144" y="1988841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1551849" y="-299518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2287214" y="435847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029289" y="1071568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3782329" y="318529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4544441" y="-443584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4458779" y="1412777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4283117" y="1700809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2708673" y="-1353764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3440575" y="-621863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181521" y="119084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4937605" y="875168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5697005" y="614922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305488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1774227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25118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47633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62821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207846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167364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15779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4663869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18809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179512" y="3272088"/>
            <a:ext cx="74641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Kommunikation</a:t>
            </a:r>
            <a:r>
              <a:rPr lang="de-DE" dirty="0" smtClean="0"/>
              <a:t/>
            </a:r>
            <a:br>
              <a:rPr lang="de-DE" dirty="0" smtClean="0"/>
            </a:br>
            <a:r>
              <a:rPr lang="de-DE" dirty="0" smtClean="0">
                <a:solidFill>
                  <a:srgbClr val="990099"/>
                </a:solidFill>
              </a:rPr>
              <a:t>Eventnachrichten</a:t>
            </a:r>
            <a:br>
              <a:rPr lang="de-DE" dirty="0" smtClean="0">
                <a:solidFill>
                  <a:srgbClr val="990099"/>
                </a:solidFill>
              </a:rPr>
            </a:br>
            <a:r>
              <a:rPr lang="de-DE" dirty="0" smtClean="0">
                <a:solidFill>
                  <a:srgbClr val="0070C0"/>
                </a:solidFill>
              </a:rPr>
              <a:t>Bild 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Bildschirmpräsentation (4:3)</PresentationFormat>
  <Paragraphs>89</Paragraphs>
  <Slides>7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99</cp:revision>
  <dcterms:created xsi:type="dcterms:W3CDTF">2016-07-27T12:07:42Z</dcterms:created>
  <dcterms:modified xsi:type="dcterms:W3CDTF">2017-02-26T18:27:03Z</dcterms:modified>
</cp:coreProperties>
</file>